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2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6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65760"/>
            <a:ext cx="2926080" cy="292608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BIT216  ·  SOFTWARE ENGINEERING PRINCIPLES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FreshGuard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Guarding Food from Waste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237744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 ·  Iteration 1 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 •   Test Cases   •   Git Collaboration   •   Project Progress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(Individual — Iteration 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5285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Gopali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E2300579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Shraddha Sedhai · Sujata Bajracharya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0" y="6172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FC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24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 &amp; Project 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Gopali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134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E2300579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971800" cy="18288"/>
          </a:xfrm>
          <a:prstGeom prst="rect">
            <a:avLst/>
          </a:prstGeom>
          <a:solidFill>
            <a:srgbClr val="3F7A4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TODAY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Register &amp; Privacy  ·  UC4 Food Analytics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659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8640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Sujata Bajracharya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0" y="23134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E230058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2971800" cy="18288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8986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Manage Inventory  ·  UC5 Notifications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19659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32688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Shraddha Sedhai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26880" y="23134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E2400153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0" y="2788920"/>
            <a:ext cx="2971800" cy="18288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8986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Browse Items  ·  UC6 Meal Planning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27939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79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169164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452628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Malaysian households cut food waste through intelligent inventory management, expiry alerts, donation facilitation, and responsible meal planning </a:t>
            </a:r>
            <a:r>
              <a:rPr lang="en-US" sz="1450" dirty="0" smtClean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</a:t>
            </a: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user data and account privacy secure.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691640" y="5440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from Assignment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privacy controls and Two-Factor Authentication (2FA).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Inventory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and track food items with expiry dates.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items nearing expiry, meals, and donations.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858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Meal Planning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meal plans from available ingredients and recipes.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65760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886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858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Donation Platform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45262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claim and coordinate surplus food with the community.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65760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3886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3858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58200" y="45262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reports on food saved, waste reduced and donation impact.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Users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32888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42616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Analytics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32888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17136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D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Food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17136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01384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D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11112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01384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85632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D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0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Food Items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85632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469880" y="17830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D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9880" y="1947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79608" y="2377440"/>
            <a:ext cx="1563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Weekly Meals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69880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895436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EAF1E7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114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developed and tested by Simran Gopali for Iteration 1: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480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</a:t>
            </a:r>
            <a:r>
              <a:rPr lang="en-US" sz="1250" b="1" dirty="0" smtClean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b="1" dirty="0" smtClean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</a:t>
            </a: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Privacy Settings: </a:t>
            </a: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registration, email verification, login, and 2FA / listing-visibility privacy controls.
</a:t>
            </a: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</a:t>
            </a:r>
            <a:r>
              <a:rPr lang="en-US" sz="1250" b="1" dirty="0" smtClean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Analytics: </a:t>
            </a: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reports on food saved and donations made, driven by logged inventory and donation activity.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Demonstration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8483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5257800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2487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server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08483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098280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8280" y="2487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items, donations, plans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7647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417320" y="37216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178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5257800" y="37216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96493" y="357073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34A25"/>
          </a:solidFill>
          <a:ln/>
        </p:spPr>
      </p:sp>
      <p:sp>
        <p:nvSpPr>
          <p:cNvPr id="30" name="Shape 28"/>
          <p:cNvSpPr/>
          <p:nvPr/>
        </p:nvSpPr>
        <p:spPr>
          <a:xfrm>
            <a:off x="4686300" y="372160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1239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smtClean="0">
                <a:solidFill>
                  <a:srgbClr val="AFC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4770813" y="3763756"/>
            <a:ext cx="395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/>
              <a:t>Jt</a:t>
            </a:r>
            <a:endParaRPr lang="en-US" sz="143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91295"/>
            <a:ext cx="5883563" cy="65163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541" y="442762"/>
            <a:ext cx="6051082" cy="61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4" y="96253"/>
            <a:ext cx="11800573" cy="657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0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9" y="679324"/>
            <a:ext cx="11910680" cy="56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65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04" y="546756"/>
            <a:ext cx="11650701" cy="9431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04" y="1703672"/>
            <a:ext cx="11532645" cy="47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6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2" y="729399"/>
            <a:ext cx="11805338" cy="560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10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452582"/>
            <a:ext cx="11647055" cy="61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8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2" y="210667"/>
            <a:ext cx="11813893" cy="645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5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UC1 — Register Users &amp; Privacy Settings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email, password &amp; optional household size. Server validates and creates the account.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81528" y="1965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6532" y="21031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25653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3456432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Email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2152" y="33375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 emailed to the user; account activates once the code is confirmed.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965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9904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7164" y="21031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02716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227064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72784" y="33375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users sign in; unverified accounts are redirected to re-verify automatically.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22792" y="1965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0536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7796" y="21031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979779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8997696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Settings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43416" y="33375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2FA and set listing visibility (public / household-only / private) anytime.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7778"/>
            </a:avLst>
          </a:prstGeom>
          <a:solidFill>
            <a:srgbClr val="EAF1E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5321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546811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authController.js (Node/Express + MySQL). Passwords hashed with bcrypt; sessions issued as JWTs. Handles duplicate-email and expired/invalid-code cases from the SavePlate case study.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UC4 — Food Analytics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dashboard, users open “Track &amp; Report” to see how their habits are reducing waste.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328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logged activity from inventory &amp; donation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35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charts and progress indicators: food saved, donations made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report view by date range or category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41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continued engagement with an empty-state prompt when no data exists yet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9933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kg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78240" y="18288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SAVED (MOCK DEMO DATA)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24612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4107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778240" y="3246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MADE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46634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48280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778240" y="46634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NEARING EXPIRY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Objectives &amp; Plan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972800" cy="2331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(WBS)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UC1 &amp; UC4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box (source-code access),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+ Supertest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(MySQL pool mocked)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4.2–4.3 code → WBS 4.5 Unit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 Fri – Week 9 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box, manual browser testing (React dev server +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(Selenium planned for Iteration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4.6 Integration Testing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4.7 Prototype Complete, Week 9 Thu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AF1E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TESTED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47365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FR-01–FR-04  Registration &amp; validation   ·   FR-05–FR-07  Email verification &amp; login   ·   FR-08  Privacy settings   ·   FR-09–FR-11  Food Analytics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directly from the SavePlate/FreshGuard case study Use Case 1 &amp; 4 expanded descriptions and the implemented controller logic.</a:t>
            </a:r>
            <a:endParaRPr lang="en-US" sz="1000" dirty="0"/>
          </a:p>
        </p:txBody>
      </p:sp>
      <p:sp>
        <p:nvSpPr>
          <p:cNvPr id="4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Test Cases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4160520"/>
          </a:xfrm>
          <a:prstGeom prst="roundRect">
            <a:avLst>
              <a:gd name="adj" fmla="val 272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(Jest + Supertest)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backend/tests/auth.test.js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backend/tests/analytics.test.js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4800600"/>
            <a:ext cx="2103120" cy="18288"/>
          </a:xfrm>
          <a:prstGeom prst="rect">
            <a:avLst/>
          </a:prstGeom>
          <a:solidFill>
            <a:srgbClr val="3F7A4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983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scenarios covered per the assignment brief.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94760" y="1783080"/>
          <a:ext cx="7680960" cy="4160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valid, complete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required fields left blank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an already-registered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an expired verification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 with an incorrect 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2FA &amp; set listings to private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794760" y="5806440"/>
            <a:ext cx="7848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13-case UC1 suite (plus UC4 analytics cases) documented in FreshGuard_Testing_Iteration1.xlsx, following the module's Test Case template.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Version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450592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/backend — Express API, controllers,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980944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712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/frontend — React app, pages, styles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015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kept out of version control via .gitignore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46596"/>
            <a:ext cx="3520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2450592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 by use case ownership (UC1/UC4, UC2/UC5, UC3/UC6)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980944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8712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commits pushed to GitHub as each use case is implemented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511296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4015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used for source control, versioning and backup across iterations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737360"/>
            <a:ext cx="3520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Iteration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2450592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auth &amp; analytics modules committed and pushed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2980944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28712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Jest test suite added alongside implementation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511296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4015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peer review before Iteration 2 merges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1109441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" y="4983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GitHub commit-history / branch-graph screenshot here before presenting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39496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(shows commit frequency and branch/merge activity for UC1 &amp; UC4 from Assignment 1 through this submission)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" y="4225867"/>
            <a:ext cx="10996510" cy="17817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vs. Baseline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7432" cy="3383280"/>
          </a:xfrm>
          <a:prstGeom prst="rect">
            <a:avLst/>
          </a:prstGeom>
          <a:solidFill>
            <a:srgbClr val="DDE3D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01952"/>
            <a:ext cx="292608" cy="29260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Complete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96312"/>
            <a:ext cx="292608" cy="29260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423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Baseline (.gan)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2423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090672"/>
            <a:ext cx="292608" cy="29260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017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Spec Document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0" y="3017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3685032"/>
            <a:ext cx="292608" cy="29260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611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3611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Complete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0" y="3611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4279392"/>
            <a:ext cx="292608" cy="29260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4206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Prototype (UC1, UC4)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0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5256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" y="487375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920240" y="4800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Complete (UC2,3,5,6)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772400" y="4800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52560" y="4800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 &amp; Risk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Right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23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and UC4 were scoped, coded and unit-tested on schedule against the Iteration 1 milestone (Week 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91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Jest + Supertest suite (19/19 passing) gave fast, repeatable regression checks while building.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60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alternative courses (e.g. duplicate email, expired code) were mapped directly to negative test cases.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Improve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256032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423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risk: kept feature set aligned strictly to UC1/UC4 acceptance criteria to protect the Iteration 1 deadline.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42900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291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Firebase/MySQL quota and integration risk: mitigated with mocked DB calls in unit tests and local Firebase Emulator checks.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29768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160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Selenium/system-level automated testing is deferred to Iteration 2, as planned in the assignment brief.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2 — Due 21 August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A2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945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UC2, UC3, UC5, UC6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54203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Inventory, Browse Items, Notifications, Meal Planning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A25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1945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7178040" y="20574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Automated Testing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254203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automated coverage to full system / black-box testing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A2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93192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554480" y="3794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UAT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27939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across all six use cases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A2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393192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178040" y="3794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Gantt &amp; Git 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427939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progress to baseline; consolidate Git evidence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37744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Gopali  ·  E2300579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BIT216 Software Engineering Principles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1234</Words>
  <Application>Microsoft Office PowerPoint</Application>
  <PresentationFormat>Widescreen</PresentationFormat>
  <Paragraphs>303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Sony's PC</cp:lastModifiedBy>
  <cp:revision>4</cp:revision>
  <dcterms:created xsi:type="dcterms:W3CDTF">2026-07-25T08:15:33Z</dcterms:created>
  <dcterms:modified xsi:type="dcterms:W3CDTF">2026-07-25T09:35:24Z</dcterms:modified>
</cp:coreProperties>
</file>